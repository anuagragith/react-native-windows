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H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hyperlink" Target="https://anuagragith.github.io/react-native-windows/demo.mp4" TargetMode="External"/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uagragith/react-native-windows/tree/fhl/accessibility-tree-diff/packages/%40rnw-scripts/accessibility-diagnostics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nuagragith.github.io/react-native-window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731520"/>
            <a:ext cx="4297680" cy="4297680"/>
          </a:xfrm>
          <a:prstGeom prst="ellipse">
            <a:avLst/>
          </a:prstGeom>
          <a:solidFill>
            <a:srgbClr val="00B7C3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3840480"/>
            <a:ext cx="4389120" cy="4389120"/>
          </a:xfrm>
          <a:prstGeom prst="ellipse">
            <a:avLst/>
          </a:prstGeom>
          <a:solidFill>
            <a:srgbClr val="0078D4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B7C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PROJECT SHOWCASE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 the invisible</a:t>
            </a:r>
            <a:endParaRPr lang="en-US" sz="4900" dirty="0"/>
          </a:p>
          <a:p>
            <a:pPr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it ships.</a:t>
            </a:r>
            <a:endParaRPr lang="en-US" sz="49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7E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Tree Snapshot &amp; Diff for React Native Windows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777240" y="4800600"/>
            <a:ext cx="4389120" cy="658368"/>
          </a:xfrm>
          <a:prstGeom prst="roundRect">
            <a:avLst>
              <a:gd name="adj" fmla="val 1111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0017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Gallery · Real UIA · Real regression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852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D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end-to-end during FHL: implementation, tests, hardening, live validation, and demo.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regressions are often invisible.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UI can look pixel-perfect while becoming unusable to keyboard and screen-reader users.</a:t>
            </a:r>
            <a:endParaRPr lang="en-US" sz="1500" dirty="0"/>
          </a:p>
        </p:txBody>
      </p:sp>
      <p:pic>
        <p:nvPicPr>
          <p:cNvPr id="6" name="Image 0" descr="C:\Users\anuagra\.copilot\session-state\0f63ea4f-a16b-4fa3-b141-785aec89b5e4\files\fhl-presentation\assets\gallery-healthy-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74520"/>
            <a:ext cx="5212080" cy="4023360"/>
          </a:xfrm>
          <a:prstGeom prst="rect">
            <a:avLst/>
          </a:prstGeom>
        </p:spPr>
      </p:pic>
      <p:pic>
        <p:nvPicPr>
          <p:cNvPr id="7" name="Image 1" descr="C:\Users\anuagra\.copilot\session-state\0f63ea4f-a16b-4fa3-b141-785aec89b5e4\files\fhl-presentation\assets\gallery-broken-annot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212080" cy="4023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691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7C10"/>
                </a:solidFill>
              </a:rPr>
              <a:t>HEALTHY BUILD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583680" y="16916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3438"/>
                </a:solidFill>
              </a:rPr>
              <a:t>BROKEN BUILD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43400" y="5806440"/>
            <a:ext cx="3474720" cy="475488"/>
          </a:xfrm>
          <a:prstGeom prst="roundRect">
            <a:avLst>
              <a:gd name="adj" fmla="val 11538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617720" y="594360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They look the same.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FHL PROJECT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before-and-after detector for what assistive technology sees.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 two Windows UI Automation trees, compare them deterministically, and fail when semantics regress.</a:t>
            </a:r>
            <a:endParaRPr lang="en-US" sz="1500" dirty="0"/>
          </a:p>
        </p:txBody>
      </p:sp>
      <p:pic>
        <p:nvPicPr>
          <p:cNvPr id="6" name="Image 0" descr="C:\Users\anuagra\.copilot\session-state\0f63ea4f-a16b-4fa3-b141-785aec89b5e4\files\fhl-presentation\asset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1115568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5989320"/>
            <a:ext cx="10789920" cy="384048"/>
          </a:xfrm>
          <a:prstGeom prst="roundRect">
            <a:avLst>
              <a:gd name="adj" fmla="val 9524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6099048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8D4"/>
                </a:solidFill>
              </a:rPr>
              <a:t>Read-only external tool · No application instrumentation · No RNW runtime changes · Works with existing Windows apps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ENGINEERS USE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commands turn an accessibility assumption into evidence.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workflow works locally, during code review, or as a CI quality gate.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658368" cy="65836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5256" y="2020824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1856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</a:rPr>
              <a:t>Capture before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703320" y="1801368"/>
            <a:ext cx="7406640" cy="822960"/>
          </a:xfrm>
          <a:prstGeom prst="roundRect">
            <a:avLst>
              <a:gd name="adj" fmla="val 4444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203911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rnw-a11y capture --process RNTesterApp-Fabric --output before.json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658368" cy="65836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3438144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2735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</a:rPr>
              <a:t>Capture after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703320" y="3218688"/>
            <a:ext cx="7406640" cy="822960"/>
          </a:xfrm>
          <a:prstGeom prst="roundRect">
            <a:avLst>
              <a:gd name="adj" fmla="val 4444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77640" y="34564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rnw-a11y capture --process RNTesterApp-Fabric --output after.json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709160"/>
            <a:ext cx="658368" cy="658368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256" y="4855464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6908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</a:rPr>
              <a:t>Compare and gate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3703320" y="4636008"/>
            <a:ext cx="7406640" cy="822960"/>
          </a:xfrm>
          <a:prstGeom prst="roundRect">
            <a:avLst>
              <a:gd name="adj" fmla="val 4444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77640" y="48737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rnw-a11y diff before.json after.json --fail-on potential-regression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45920" y="5989320"/>
            <a:ext cx="9418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3438"/>
                </a:solidFill>
              </a:rPr>
              <a:t>Exit code 1 makes the result actionable—not another report engineers have to remember to read.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CATCHES ISSUES EARLY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High-risk changes where visual validation is not enough.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tool complements—not replaces—keyboard and screen-reader testing.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73152" cy="1325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39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migrations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4144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that roles, names, states, hierarchy, and focusability remain equivalent.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874520"/>
            <a:ext cx="73152" cy="132588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2039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component refactors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Catch semantic changes caused by swapping controls or automation providers.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87452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874520"/>
            <a:ext cx="73152" cy="13258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2039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bug fixes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244144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 the intended tree change and expose accidental collateral regressions.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5204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20440"/>
            <a:ext cx="73152" cy="132588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685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Dependency upgrades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408736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RNW, React Native, or Windows SDK versions before broad rollout.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35204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400" y="3520440"/>
            <a:ext cx="73152" cy="1325880"/>
          </a:xfrm>
          <a:prstGeom prst="rect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3685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validation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408736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repeatable semantic evidence across release branches and builds.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5204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520440"/>
            <a:ext cx="73152" cy="1325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36850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 quality gates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75320" y="4087368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automatically when an interactive control disappears or loses focusability.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371600" y="5257800"/>
            <a:ext cx="9464040" cy="822960"/>
          </a:xfrm>
          <a:prstGeom prst="roundRect">
            <a:avLst>
              <a:gd name="adj" fmla="val 8889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37360" y="5504688"/>
            <a:ext cx="873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Best moment to find an accessibility regression: before it becomes a manual test failure—or a customer bug.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DEPTH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for trustworthy diffs—not just tree dumps.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implementation was hardened through repeated bug-focused review and live Windows validation.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2880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incremental capture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TreeWalker traversal applies depth and node limits before requesting more descendants.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828800"/>
            <a:ext cx="73152" cy="123444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 sibling matching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IDs, stable characteristics, and bounded sequence alignment prevent cascade noise.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828800"/>
            <a:ext cx="73152" cy="1234440"/>
          </a:xfrm>
          <a:prstGeom prst="rect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Incomplete-capture safety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Transient UIA failures are retained as explicit incomplete snapshots instead of false clean results.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83280"/>
            <a:ext cx="73152" cy="12344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by design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text-field values, runtime IDs, exact bounds, or keyboard-focus state in comparisons.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400" y="3383280"/>
            <a:ext cx="73152" cy="123444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schema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Versioned JSON, complete validation, and stable ordering make results reviewable and testable.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38328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Hardened output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7532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CLI enums and terminal-control sanitization protect console and Markdown reports.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05840" y="52578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71A2B"/>
                </a:solidFill>
              </a:rPr>
              <a:t>15 tests · warning-free Release build · live capture/diff verified · zero RNW runtime files changed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regression in the React Native Gallery.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 the embedded video or use the standalone link below.</a:t>
            </a:r>
            <a:endParaRPr lang="en-US" sz="15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737360"/>
            <a:ext cx="795528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915400" y="1874520"/>
            <a:ext cx="2606040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8" name="Image 0" descr="C:\Users\anuagra\.copilot\session-state\0f63ea4f-a16b-4fa3-b141-785aec89b5e4\files\fhl-presentation\assets\video-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2148840"/>
            <a:ext cx="2057400" cy="20574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961120" y="47091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033"/>
                </a:solidFill>
              </a:rPr>
              <a:t>Open demo video</a:t>
            </a:r>
            <a:endParaRPr lang="en-US" sz="1500" dirty="0"/>
          </a:p>
        </p:txBody>
      </p:sp>
      <p:sp>
        <p:nvSpPr>
          <p:cNvPr id="10" name="Text 6">
            <a:hlinkClick r:id="rId5" tooltip=""/>
          </p:cNvPr>
          <p:cNvSpPr/>
          <p:nvPr/>
        </p:nvSpPr>
        <p:spPr>
          <a:xfrm>
            <a:off x="8961120" y="50749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u="sng" dirty="0">
                <a:solidFill>
                  <a:srgbClr val="0078D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https://anuagragith.github.io/react-native-windows/demo.mp4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DEMO PROVES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screenshot stays the same. The semantics do not.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shared renderer caused five invisible keyboard regressions across the Gallery.</a:t>
            </a:r>
            <a:endParaRPr lang="en-US" sz="1500" dirty="0"/>
          </a:p>
        </p:txBody>
      </p:sp>
      <p:pic>
        <p:nvPicPr>
          <p:cNvPr id="6" name="Image 0" descr="C:\Users\anuagra\.copilot\session-state\0f63ea4f-a16b-4fa3-b141-785aec89b5e4\files\fhl-presentation\assets\gallery-healthy-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703320" cy="2880360"/>
          </a:xfrm>
          <a:prstGeom prst="rect">
            <a:avLst/>
          </a:prstGeom>
        </p:spPr>
      </p:pic>
      <p:pic>
        <p:nvPicPr>
          <p:cNvPr id="7" name="Image 1" descr="C:\Users\anuagra\.copilot\session-state\0f63ea4f-a16b-4fa3-b141-785aec89b5e4\files\fhl-presentation\assets\gallery-broken-annot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83080"/>
            <a:ext cx="3703320" cy="2880360"/>
          </a:xfrm>
          <a:prstGeom prst="rect">
            <a:avLst/>
          </a:prstGeom>
        </p:spPr>
      </p:pic>
      <p:pic>
        <p:nvPicPr>
          <p:cNvPr id="8" name="Image 2" descr="C:\Users\anuagra\.copilot\session-state\0f63ea4f-a16b-4fa3-b141-785aec89b5e4\files\fhl-presentation\assets\regression-rep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783080"/>
            <a:ext cx="3474720" cy="28803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3152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7C10"/>
                </a:solidFill>
              </a:rPr>
              <a:t>1 · Healthy baseline</a:t>
            </a:r>
            <a:endParaRPr lang="en-US" sz="1500" dirty="0"/>
          </a:p>
        </p:txBody>
      </p:sp>
      <p:sp>
        <p:nvSpPr>
          <p:cNvPr id="10" name="Text 5"/>
          <p:cNvSpPr/>
          <p:nvPr/>
        </p:nvSpPr>
        <p:spPr>
          <a:xfrm>
            <a:off x="457200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3438"/>
                </a:solidFill>
              </a:rPr>
              <a:t>2 · Visually identical regression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36676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8D4"/>
                </a:solidFill>
              </a:rPr>
              <a:t>3 · Five issues caught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960120" y="5394960"/>
            <a:ext cx="10241280" cy="777240"/>
          </a:xfrm>
          <a:prstGeom prst="roundRect">
            <a:avLst>
              <a:gd name="adj" fmla="val 5882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234440" y="564184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Detected: isKeyboardFocusable  true → false  ·  Classified: PotentialRegression  ·  Gate: exit code 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 OUTCOME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FHL idea to release-ready implementation.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project is not a mockup: the complete capture, diff, reporting, and gate workflow works today.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874520"/>
            <a:ext cx="2514600" cy="2011680"/>
          </a:xfrm>
          <a:prstGeom prst="roundRect">
            <a:avLst>
              <a:gd name="adj" fmla="val 2727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0078D4"/>
                </a:solidFill>
              </a:rPr>
              <a:t>15</a:t>
            </a:r>
            <a:endParaRPr lang="en-US" sz="4300" dirty="0"/>
          </a:p>
        </p:txBody>
      </p:sp>
      <p:sp>
        <p:nvSpPr>
          <p:cNvPr id="8" name="Text 6"/>
          <p:cNvSpPr/>
          <p:nvPr/>
        </p:nvSpPr>
        <p:spPr>
          <a:xfrm>
            <a:off x="886968" y="31272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automated tests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38728" y="1874520"/>
            <a:ext cx="2514600" cy="2011680"/>
          </a:xfrm>
          <a:prstGeom prst="roundRect">
            <a:avLst>
              <a:gd name="adj" fmla="val 2727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216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0078D4"/>
                </a:solidFill>
              </a:rPr>
              <a:t>0</a:t>
            </a:r>
            <a:endParaRPr lang="en-US" sz="4300" dirty="0"/>
          </a:p>
        </p:txBody>
      </p:sp>
      <p:sp>
        <p:nvSpPr>
          <p:cNvPr id="11" name="Text 9"/>
          <p:cNvSpPr/>
          <p:nvPr/>
        </p:nvSpPr>
        <p:spPr>
          <a:xfrm>
            <a:off x="3767328" y="31272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build warnings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19088" y="1874520"/>
            <a:ext cx="2514600" cy="2011680"/>
          </a:xfrm>
          <a:prstGeom prst="roundRect">
            <a:avLst>
              <a:gd name="adj" fmla="val 2727"/>
            </a:avLst>
          </a:prstGeom>
          <a:solidFill>
            <a:srgbClr val="FFF1F1"/>
          </a:solidFill>
          <a:ln w="12700">
            <a:solidFill>
              <a:srgbClr val="F3B2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196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D13438"/>
                </a:solidFill>
              </a:rPr>
              <a:t>5</a:t>
            </a:r>
            <a:endParaRPr lang="en-US" sz="4300" dirty="0"/>
          </a:p>
        </p:txBody>
      </p:sp>
      <p:sp>
        <p:nvSpPr>
          <p:cNvPr id="14" name="Text 12"/>
          <p:cNvSpPr/>
          <p:nvPr/>
        </p:nvSpPr>
        <p:spPr>
          <a:xfrm>
            <a:off x="6647688" y="31272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Gallery regressions caught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299448" y="1874520"/>
            <a:ext cx="2514600" cy="2011680"/>
          </a:xfrm>
          <a:prstGeom prst="roundRect">
            <a:avLst>
              <a:gd name="adj" fmla="val 2727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8232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0078D4"/>
                </a:solidFill>
              </a:rPr>
              <a:t>1</a:t>
            </a:r>
            <a:endParaRPr lang="en-US" sz="4300" dirty="0"/>
          </a:p>
        </p:txBody>
      </p:sp>
      <p:sp>
        <p:nvSpPr>
          <p:cNvPr id="17" name="Text 15"/>
          <p:cNvSpPr/>
          <p:nvPr/>
        </p:nvSpPr>
        <p:spPr>
          <a:xfrm>
            <a:off x="9528048" y="31272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CI-ready failing exit code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434840"/>
            <a:ext cx="73152" cy="12344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4599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regression risk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500176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Standalone, read-only package. No changes to rendering, focus, accessibility providers, or application runtime.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70832" y="44348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70832" y="443484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9432" y="4599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Immediately useful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99432" y="500176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with Gallery, RNTester, Playground, packaged Windows apps, and non-RNW desktop applications.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73568" y="44348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73568" y="4434840"/>
            <a:ext cx="73152" cy="123444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02168" y="4599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to extend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02168" y="500176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capture model and target selector are reusable foundations for a Focus Path Recorder.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IMPACT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accessibility from late manual discovery to normal engineering review.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 is not fewer accessibility tests—it is fewer surprises when those tests run.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3438"/>
                </a:solidFill>
              </a:rPr>
              <a:t>TODAY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7C10"/>
                </a:solidFill>
              </a:rPr>
              <a:t>WITH THIS PROJECT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331720"/>
            <a:ext cx="310896" cy="310896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53312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Visual review passes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978408" y="2642616"/>
            <a:ext cx="0" cy="493776"/>
          </a:xfrm>
          <a:prstGeom prst="line">
            <a:avLst/>
          </a:prstGeom>
          <a:noFill/>
          <a:ln w="25400">
            <a:solidFill>
              <a:srgbClr val="F3B2B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136392"/>
            <a:ext cx="310896" cy="310896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31181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Manual Narrator test happens late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78408" y="3447288"/>
            <a:ext cx="0" cy="493776"/>
          </a:xfrm>
          <a:prstGeom prst="line">
            <a:avLst/>
          </a:prstGeom>
          <a:noFill/>
          <a:ln w="25400">
            <a:solidFill>
              <a:srgbClr val="F3B2B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941064"/>
            <a:ext cx="310896" cy="310896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53312" y="392277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Regression becomes a bug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78408" y="4251960"/>
            <a:ext cx="0" cy="493776"/>
          </a:xfrm>
          <a:prstGeom prst="line">
            <a:avLst/>
          </a:prstGeom>
          <a:noFill/>
          <a:ln w="25400">
            <a:solidFill>
              <a:srgbClr val="F3B2B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745736"/>
            <a:ext cx="310896" cy="310896"/>
          </a:xfrm>
          <a:prstGeom prst="ellipse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53312" y="47274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Engineer reconstructs what changed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46520" y="2331720"/>
            <a:ext cx="310896" cy="310896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76872" y="2313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Capture baseline with the PR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01968" y="2642616"/>
            <a:ext cx="0" cy="493776"/>
          </a:xfrm>
          <a:prstGeom prst="line">
            <a:avLst/>
          </a:prstGeom>
          <a:noFill/>
          <a:ln w="25400">
            <a:solidFill>
              <a:srgbClr val="A7D8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3136392"/>
            <a:ext cx="310896" cy="310896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76872" y="311810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Diff exposes semantic change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601968" y="3447288"/>
            <a:ext cx="0" cy="493776"/>
          </a:xfrm>
          <a:prstGeom prst="line">
            <a:avLst/>
          </a:prstGeom>
          <a:noFill/>
          <a:ln w="25400">
            <a:solidFill>
              <a:srgbClr val="A7D8A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3941064"/>
            <a:ext cx="310896" cy="310896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76872" y="392277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CI blocks risky regression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601968" y="4251960"/>
            <a:ext cx="0" cy="493776"/>
          </a:xfrm>
          <a:prstGeom prst="line">
            <a:avLst/>
          </a:prstGeom>
          <a:noFill/>
          <a:ln w="25400">
            <a:solidFill>
              <a:srgbClr val="A7D8A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46520" y="4745736"/>
            <a:ext cx="310896" cy="310896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76872" y="47274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</a:rPr>
              <a:t>Reviewer gets exact evidence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5166360" y="3063240"/>
            <a:ext cx="1005840" cy="1005840"/>
          </a:xfrm>
          <a:prstGeom prst="chevron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34440" y="5669280"/>
            <a:ext cx="9784080" cy="530352"/>
          </a:xfrm>
          <a:prstGeom prst="roundRect">
            <a:avLst>
              <a:gd name="adj" fmla="val 6897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4480" y="5843016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Impact: faster diagnosis · stronger PR evidence · safer framework evolution · fewer customer-found regressions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FIND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Assuming merge: part of the React Native Windows developer tooling.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FHL branch is available today for review and demonstration.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7635240" cy="3246120"/>
          </a:xfrm>
          <a:prstGeom prst="roundRect">
            <a:avLst>
              <a:gd name="adj" fmla="val 2254"/>
            </a:avLst>
          </a:prstGeom>
          <a:solidFill>
            <a:srgbClr val="071A2B"/>
          </a:solidFill>
          <a:ln w="12700">
            <a:solidFill>
              <a:srgbClr val="071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7C3"/>
                </a:solidFill>
              </a:rPr>
              <a:t>Repository path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4231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packages/@rnw-scripts/accessibility-diagnostics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29718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7C3"/>
                </a:solidFill>
              </a:rPr>
              <a:t>Run 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3375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yarn workspace @rnw-scripts/accessibility-diagnostics rnw-a11y …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3886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7C3"/>
                </a:solidFill>
              </a:rPr>
              <a:t>FHL implementation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251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fhl/accessibility-tree-diff  ·  Commit: 6909efe740</a:t>
            </a:r>
            <a:endParaRPr lang="en-US" sz="1400" dirty="0"/>
          </a:p>
        </p:txBody>
      </p:sp>
      <p:pic>
        <p:nvPicPr>
          <p:cNvPr id="13" name="Image 0" descr="C:\Users\anuagra\.copilot\session-state\0f63ea4f-a16b-4fa3-b141-785aec89b5e4\files\fhl-presentation\assets\source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920240"/>
            <a:ext cx="2103120" cy="21031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686800" y="4206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033"/>
                </a:solidFill>
              </a:rPr>
              <a:t>Open source branch</a:t>
            </a:r>
            <a:endParaRPr lang="en-US" sz="1400" dirty="0"/>
          </a:p>
        </p:txBody>
      </p:sp>
      <p:sp>
        <p:nvSpPr>
          <p:cNvPr id="15" name="Text 12">
            <a:hlinkClick r:id="rId2" tooltip=""/>
          </p:cNvPr>
          <p:cNvSpPr/>
          <p:nvPr/>
        </p:nvSpPr>
        <p:spPr>
          <a:xfrm>
            <a:off x="8549640" y="46177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u="sng" dirty="0">
                <a:solidFill>
                  <a:srgbClr val="0078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https://github.com/anuagragith/react-native-windows/tree/fhl/accessibility-tree-diff/packages/%40rnw-scripts/accessibility-diagnostics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371600" y="5623560"/>
            <a:ext cx="9372600" cy="502920"/>
          </a:xfrm>
          <a:prstGeom prst="roundRect">
            <a:avLst>
              <a:gd name="adj" fmla="val 7273"/>
            </a:avLst>
          </a:prstGeom>
          <a:solidFill>
            <a:srgbClr val="EEF6FC"/>
          </a:solidFill>
          <a:ln w="12700">
            <a:solidFill>
              <a:srgbClr val="B8DD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691640" y="5788152"/>
            <a:ext cx="8732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8D4"/>
                </a:solidFill>
              </a:rPr>
              <a:t>README includes capture, diff, formats, exit codes, privacy guidance, and incomplete-snapshot behavior.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POTENTIAL EXTENSIONS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71A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snapshot engine is the foundation, not the finish line.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extension reuses the same target selection, UIA reader, model, serialization, and reporting layers.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28800"/>
            <a:ext cx="73152" cy="123444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Path Recorder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every keyboard-focus transition and flag loops, jumps, unnamed targets, and offscreen focus.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82880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 automation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 captures approved scenarios and posts a Markdown accessibility diff on every PR.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828800"/>
            <a:ext cx="73152" cy="12344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933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catalog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75320" y="239572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Curated snapshots for RNTester and Gallery components across RNW release branches.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83280"/>
            <a:ext cx="73152" cy="123444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tree explorer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visualization with before/after highlighting, filters, and drill-down property inspection.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4340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43400" y="3383280"/>
            <a:ext cx="73152" cy="1234440"/>
          </a:xfrm>
          <a:prstGeom prst="rect">
            <a:avLst/>
          </a:prstGeom>
          <a:solidFill>
            <a:srgbClr val="D13438"/>
          </a:solidFill>
          <a:ln w="12700">
            <a:solidFill>
              <a:srgbClr val="D134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plug-ins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Component-specific policies for required names, roles, states, hierarchy, and keyboard behavior.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338328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7F9FC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383280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Cross-build matrix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75320" y="3950208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Fabric migrations, dependency upgrades, release branches, and Windows versions at scale.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88720" y="5257800"/>
            <a:ext cx="9784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1A2B"/>
                </a:solidFill>
              </a:rPr>
              <a:t>Next milestone: turn the local proof into a repeatable RNW CI scenario.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02920" y="6556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7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FHL 2026 · Accessibility Tree Snapshot &amp; Diff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201400" y="6510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78D4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0" y="1188720"/>
            <a:ext cx="10058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Accessibility should not depend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on someone noticing what cannot be seen.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920240" y="320040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150" kern="0" dirty="0">
                <a:solidFill>
                  <a:srgbClr val="00B7C3"/>
                </a:solidFill>
              </a:rPr>
              <a:t>Capture. Compare. Catch. Block.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46120" y="4434840"/>
            <a:ext cx="5669280" cy="786384"/>
          </a:xfrm>
          <a:prstGeom prst="roundRect">
            <a:avLst>
              <a:gd name="adj" fmla="val 930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0" y="46817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Shift accessibility left.</a:t>
            </a:r>
            <a:endParaRPr lang="en-US" sz="2300" dirty="0"/>
          </a:p>
        </p:txBody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288036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B8DDF7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https://anuagragith.github.io/react-native-windows/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Catch the Invisible Before It Ships</dc:title>
  <dc:subject>RNW Accessibility Tree Snapshot &amp; Diff</dc:subject>
  <dc:creator>FHL 2026</dc:creator>
  <cp:lastModifiedBy>FHL 2026</cp:lastModifiedBy>
  <cp:revision>1</cp:revision>
  <dcterms:created xsi:type="dcterms:W3CDTF">2026-09-18T04:48:13Z</dcterms:created>
  <dcterms:modified xsi:type="dcterms:W3CDTF">2026-09-18T04:48:13Z</dcterms:modified>
</cp:coreProperties>
</file>